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51" r:id="rId1"/>
  </p:sldMasterIdLst>
  <p:sldIdLst>
    <p:sldId id="256" r:id="rId2"/>
    <p:sldId id="257" r:id="rId3"/>
    <p:sldId id="258" r:id="rId4"/>
  </p:sldIdLst>
  <p:sldSz cx="12192000" cy="6858000"/>
  <p:notesSz cx="6858000" cy="9144000"/>
  <p:defaultTextStyle>
    <a:defPPr>
      <a:defRPr lang="es-C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66" d="100"/>
          <a:sy n="66" d="100"/>
        </p:scale>
        <p:origin x="1330" y="31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DD129-A8C2-419E-B641-6CC90F50732D}"/>
              </a:ext>
            </a:extLst>
          </p:cNvPr>
          <p:cNvSpPr>
            <a:spLocks noGrp="1"/>
          </p:cNvSpPr>
          <p:nvPr>
            <p:ph type="ctrTitle"/>
          </p:nvPr>
        </p:nvSpPr>
        <p:spPr>
          <a:xfrm>
            <a:off x="762000" y="1524000"/>
            <a:ext cx="10668000" cy="22860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1B33C04-8A23-4499-A6EF-1D190F0FB38E}"/>
              </a:ext>
            </a:extLst>
          </p:cNvPr>
          <p:cNvSpPr>
            <a:spLocks noGrp="1"/>
          </p:cNvSpPr>
          <p:nvPr>
            <p:ph type="subTitle" idx="1"/>
          </p:nvPr>
        </p:nvSpPr>
        <p:spPr>
          <a:xfrm>
            <a:off x="762000" y="4571999"/>
            <a:ext cx="10668000" cy="1524000"/>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EFA99FB-5674-4BC5-949F-8D45EC167511}"/>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5" name="Footer Placeholder 4">
            <a:extLst>
              <a:ext uri="{FF2B5EF4-FFF2-40B4-BE49-F238E27FC236}">
                <a16:creationId xmlns:a16="http://schemas.microsoft.com/office/drawing/2014/main" id="{0763CF93-DD67-4FE2-8083-864693FE8E7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F05E934-32B6-44B1-9622-67F30BDA3F3A}"/>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19947511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6AF011-A499-4054-89BF-A4800A68F60B}"/>
              </a:ext>
            </a:extLst>
          </p:cNvPr>
          <p:cNvSpPr>
            <a:spLocks noGrp="1"/>
          </p:cNvSpPr>
          <p:nvPr>
            <p:ph type="title"/>
          </p:nvPr>
        </p:nvSpPr>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066FB6E8-D956-45B5-9B4A-9D31DF466BED}"/>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CDB9DB-9E62-4292-915C-1DD4134740DB}"/>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5" name="Footer Placeholder 4">
            <a:extLst>
              <a:ext uri="{FF2B5EF4-FFF2-40B4-BE49-F238E27FC236}">
                <a16:creationId xmlns:a16="http://schemas.microsoft.com/office/drawing/2014/main" id="{2BD462F1-BC30-4172-8353-363123A1DB4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C92EE8A-96DF-4D7D-B434-778324756D04}"/>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33355505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8453A-F2B4-4EDB-B8FA-150267BC1A9A}"/>
              </a:ext>
            </a:extLst>
          </p:cNvPr>
          <p:cNvSpPr>
            <a:spLocks noGrp="1"/>
          </p:cNvSpPr>
          <p:nvPr>
            <p:ph type="title"/>
          </p:nvPr>
        </p:nvSpPr>
        <p:spPr>
          <a:xfrm>
            <a:off x="762000" y="1524000"/>
            <a:ext cx="10668000" cy="3038475"/>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4C46C51-ADF1-48FC-A4D9-38C369E78304}"/>
              </a:ext>
            </a:extLst>
          </p:cNvPr>
          <p:cNvSpPr>
            <a:spLocks noGrp="1"/>
          </p:cNvSpPr>
          <p:nvPr>
            <p:ph type="body" idx="1"/>
          </p:nvPr>
        </p:nvSpPr>
        <p:spPr>
          <a:xfrm>
            <a:off x="762000" y="4589463"/>
            <a:ext cx="10668000" cy="150653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EC43B56-4DC7-490B-AEFD-55ED1ECFF82E}"/>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5" name="Footer Placeholder 4">
            <a:extLst>
              <a:ext uri="{FF2B5EF4-FFF2-40B4-BE49-F238E27FC236}">
                <a16:creationId xmlns:a16="http://schemas.microsoft.com/office/drawing/2014/main" id="{454738F8-C4B2-41D8-B627-A6DDB24B2D5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F43D49-23F8-4C4B-9C30-EDC030EE6F7E}"/>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31845587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E5556D-6916-42E6-8820-8A0D328A502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62747A5-C962-477F-89AA-A32385D57996}"/>
              </a:ext>
            </a:extLst>
          </p:cNvPr>
          <p:cNvSpPr>
            <a:spLocks noGrp="1"/>
          </p:cNvSpPr>
          <p:nvPr>
            <p:ph sz="half" idx="1"/>
          </p:nvPr>
        </p:nvSpPr>
        <p:spPr>
          <a:xfrm>
            <a:off x="762000" y="2285999"/>
            <a:ext cx="5151119" cy="3810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CD08312-30FC-44D8-B2A9-B5CAAD9F066F}"/>
              </a:ext>
            </a:extLst>
          </p:cNvPr>
          <p:cNvSpPr>
            <a:spLocks noGrp="1"/>
          </p:cNvSpPr>
          <p:nvPr>
            <p:ph sz="half" idx="2"/>
          </p:nvPr>
        </p:nvSpPr>
        <p:spPr>
          <a:xfrm>
            <a:off x="6278879" y="2285999"/>
            <a:ext cx="5151121" cy="3810001"/>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BED84EB-AF90-4F19-A376-0FE5E50F9EA5}"/>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6" name="Footer Placeholder 5">
            <a:extLst>
              <a:ext uri="{FF2B5EF4-FFF2-40B4-BE49-F238E27FC236}">
                <a16:creationId xmlns:a16="http://schemas.microsoft.com/office/drawing/2014/main" id="{7B838ED0-2789-41E4-A36E-83F92CA2E84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221A83-6D60-45F0-9173-5F6D2438BC36}"/>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333978407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4FFAE2-03F4-4A94-86C4-9305B237CA89}"/>
              </a:ext>
            </a:extLst>
          </p:cNvPr>
          <p:cNvSpPr>
            <a:spLocks noGrp="1"/>
          </p:cNvSpPr>
          <p:nvPr>
            <p:ph type="title"/>
          </p:nvPr>
        </p:nvSpPr>
        <p:spPr>
          <a:xfrm>
            <a:off x="762000" y="762000"/>
            <a:ext cx="10668000" cy="1524000"/>
          </a:xfrm>
        </p:spPr>
        <p:txBody>
          <a:bodyPr/>
          <a:lstStyle/>
          <a:p>
            <a:r>
              <a:rPr lang="en-US"/>
              <a:t>Click to edit Master title style</a:t>
            </a:r>
          </a:p>
        </p:txBody>
      </p:sp>
      <p:sp>
        <p:nvSpPr>
          <p:cNvPr id="3" name="Text Placeholder 2">
            <a:extLst>
              <a:ext uri="{FF2B5EF4-FFF2-40B4-BE49-F238E27FC236}">
                <a16:creationId xmlns:a16="http://schemas.microsoft.com/office/drawing/2014/main" id="{75BAC5A5-E184-46B6-8AB5-C8E132D3624B}"/>
              </a:ext>
            </a:extLst>
          </p:cNvPr>
          <p:cNvSpPr>
            <a:spLocks noGrp="1"/>
          </p:cNvSpPr>
          <p:nvPr>
            <p:ph type="body" idx="1"/>
          </p:nvPr>
        </p:nvSpPr>
        <p:spPr>
          <a:xfrm>
            <a:off x="762000" y="2285999"/>
            <a:ext cx="5151119"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FDCFE87-5D80-45CB-9D13-DFC9AFCEC7F9}"/>
              </a:ext>
            </a:extLst>
          </p:cNvPr>
          <p:cNvSpPr>
            <a:spLocks noGrp="1"/>
          </p:cNvSpPr>
          <p:nvPr>
            <p:ph sz="half" idx="2"/>
          </p:nvPr>
        </p:nvSpPr>
        <p:spPr>
          <a:xfrm>
            <a:off x="762000" y="3048000"/>
            <a:ext cx="5151119" cy="3048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AAC1E5A-8423-4749-8EDA-E13425F69658}"/>
              </a:ext>
            </a:extLst>
          </p:cNvPr>
          <p:cNvSpPr>
            <a:spLocks noGrp="1"/>
          </p:cNvSpPr>
          <p:nvPr>
            <p:ph type="body" sz="quarter" idx="3"/>
          </p:nvPr>
        </p:nvSpPr>
        <p:spPr>
          <a:xfrm>
            <a:off x="6278878" y="2286000"/>
            <a:ext cx="5151122" cy="76199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832AAA-4BB8-4A3D-9C79-516F82F8001D}"/>
              </a:ext>
            </a:extLst>
          </p:cNvPr>
          <p:cNvSpPr>
            <a:spLocks noGrp="1"/>
          </p:cNvSpPr>
          <p:nvPr>
            <p:ph sz="quarter" idx="4"/>
          </p:nvPr>
        </p:nvSpPr>
        <p:spPr>
          <a:xfrm>
            <a:off x="6278878" y="3048000"/>
            <a:ext cx="5151122" cy="3048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80BEC63-51D3-4C70-B804-BE9EF765AD21}"/>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8" name="Footer Placeholder 7">
            <a:extLst>
              <a:ext uri="{FF2B5EF4-FFF2-40B4-BE49-F238E27FC236}">
                <a16:creationId xmlns:a16="http://schemas.microsoft.com/office/drawing/2014/main" id="{735CA295-8563-402F-92C3-1F20C977C17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EFA5918-109D-4342-84C0-9774A52C9E78}"/>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36851205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F2662-CBD1-4498-9B6E-2961F5EF1BF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FF739AE-8101-4C18-8CF3-911BDF3978A8}"/>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4" name="Footer Placeholder 3">
            <a:extLst>
              <a:ext uri="{FF2B5EF4-FFF2-40B4-BE49-F238E27FC236}">
                <a16:creationId xmlns:a16="http://schemas.microsoft.com/office/drawing/2014/main" id="{66EB1C88-D181-449C-9BE1-E85068C1883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B38A2C9-E93B-4F0A-A021-9E3AEBC3FA88}"/>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26283588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F00AE8D9-9B42-438E-ADA6-CCFE45788460}"/>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3" name="Footer Placeholder 2">
            <a:extLst>
              <a:ext uri="{FF2B5EF4-FFF2-40B4-BE49-F238E27FC236}">
                <a16:creationId xmlns:a16="http://schemas.microsoft.com/office/drawing/2014/main" id="{C4F792B9-A8AF-4E13-8A25-741E89691EF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33A2CF6-DBC5-4491-B213-B3CD09D3130C}"/>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41432081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727076-58C8-494C-B6B1-DC86F62DDC24}"/>
              </a:ext>
            </a:extLst>
          </p:cNvPr>
          <p:cNvSpPr>
            <a:spLocks noGrp="1"/>
          </p:cNvSpPr>
          <p:nvPr>
            <p:ph type="title"/>
          </p:nvPr>
        </p:nvSpPr>
        <p:spPr>
          <a:xfrm>
            <a:off x="762000" y="761998"/>
            <a:ext cx="3810000" cy="1524002"/>
          </a:xfrm>
        </p:spPr>
        <p:txBody>
          <a:bodyPr anchor="t" anchorCtr="0"/>
          <a:lstStyle>
            <a:lvl1pPr>
              <a:defRPr sz="3200"/>
            </a:lvl1p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49F29E36-0340-452F-8D0A-1BC3F3A388CF}"/>
              </a:ext>
            </a:extLst>
          </p:cNvPr>
          <p:cNvSpPr>
            <a:spLocks noGrp="1"/>
          </p:cNvSpPr>
          <p:nvPr>
            <p:ph idx="1"/>
          </p:nvPr>
        </p:nvSpPr>
        <p:spPr>
          <a:xfrm>
            <a:off x="5334000" y="762001"/>
            <a:ext cx="6096000" cy="533400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A051C2E-E587-45E8-BDB1-DFF2F2791BF6}"/>
              </a:ext>
            </a:extLst>
          </p:cNvPr>
          <p:cNvSpPr>
            <a:spLocks noGrp="1"/>
          </p:cNvSpPr>
          <p:nvPr>
            <p:ph type="body" sz="half" idx="2"/>
          </p:nvPr>
        </p:nvSpPr>
        <p:spPr>
          <a:xfrm>
            <a:off x="762000" y="2286000"/>
            <a:ext cx="3810000" cy="381000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21D993-DEDD-470E-B48B-CB053A55A119}"/>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6" name="Footer Placeholder 5">
            <a:extLst>
              <a:ext uri="{FF2B5EF4-FFF2-40B4-BE49-F238E27FC236}">
                <a16:creationId xmlns:a16="http://schemas.microsoft.com/office/drawing/2014/main" id="{67926C64-7401-4CA4-859F-74472AF869C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0108F41-F1F6-431C-9B45-8A447F188CB8}"/>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1458885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E104FB-422C-4023-9381-EB12F1582D44}"/>
              </a:ext>
            </a:extLst>
          </p:cNvPr>
          <p:cNvSpPr>
            <a:spLocks noGrp="1"/>
          </p:cNvSpPr>
          <p:nvPr>
            <p:ph type="title"/>
          </p:nvPr>
        </p:nvSpPr>
        <p:spPr>
          <a:xfrm>
            <a:off x="762001" y="762000"/>
            <a:ext cx="3809999" cy="1524000"/>
          </a:xfrm>
        </p:spPr>
        <p:txBody>
          <a:bodyPr anchor="t" anchorCtr="0"/>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4DBA3AA-DE44-4B1F-91D1-09F67B89B941}"/>
              </a:ext>
            </a:extLst>
          </p:cNvPr>
          <p:cNvSpPr>
            <a:spLocks noGrp="1"/>
          </p:cNvSpPr>
          <p:nvPr>
            <p:ph type="pic" idx="1"/>
          </p:nvPr>
        </p:nvSpPr>
        <p:spPr>
          <a:xfrm>
            <a:off x="5334000" y="762001"/>
            <a:ext cx="6021388" cy="53340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4A27B131-5117-4106-80DB-2AB208C4C953}"/>
              </a:ext>
            </a:extLst>
          </p:cNvPr>
          <p:cNvSpPr>
            <a:spLocks noGrp="1"/>
          </p:cNvSpPr>
          <p:nvPr>
            <p:ph type="body" sz="half" idx="2"/>
          </p:nvPr>
        </p:nvSpPr>
        <p:spPr>
          <a:xfrm>
            <a:off x="762001" y="2286000"/>
            <a:ext cx="3809999" cy="38100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C13918A-7F23-4C72-8E80-591324A3046C}"/>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6" name="Footer Placeholder 5">
            <a:extLst>
              <a:ext uri="{FF2B5EF4-FFF2-40B4-BE49-F238E27FC236}">
                <a16:creationId xmlns:a16="http://schemas.microsoft.com/office/drawing/2014/main" id="{181071C8-76FE-4B83-8317-BD53C7C844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623681A-6F29-48FC-9409-319ED3E96635}"/>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264764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BA5B09-FC60-445F-8A12-79869BEC60B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0A219F7-87F2-409F-BB0B-8FE9270C982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AC2BB8-59E0-4EB2-B3BE-59D8641EE133}"/>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5" name="Footer Placeholder 4">
            <a:extLst>
              <a:ext uri="{FF2B5EF4-FFF2-40B4-BE49-F238E27FC236}">
                <a16:creationId xmlns:a16="http://schemas.microsoft.com/office/drawing/2014/main" id="{2D56984E-C0DE-461B-8011-8FC31B0EE9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7FE7C03-68D3-445E-A5A2-8A935CFC977E}"/>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1877111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B21F0D7-112D-48B1-B32B-170B1AA2B51E}"/>
              </a:ext>
            </a:extLst>
          </p:cNvPr>
          <p:cNvSpPr>
            <a:spLocks noGrp="1"/>
          </p:cNvSpPr>
          <p:nvPr>
            <p:ph type="title" orient="vert"/>
          </p:nvPr>
        </p:nvSpPr>
        <p:spPr>
          <a:xfrm>
            <a:off x="9143998" y="761999"/>
            <a:ext cx="2286000" cy="5334001"/>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B27A7C1-8E5B-41DA-9802-F242D382B66B}"/>
              </a:ext>
            </a:extLst>
          </p:cNvPr>
          <p:cNvSpPr>
            <a:spLocks noGrp="1"/>
          </p:cNvSpPr>
          <p:nvPr>
            <p:ph type="body" orient="vert" idx="1"/>
          </p:nvPr>
        </p:nvSpPr>
        <p:spPr>
          <a:xfrm>
            <a:off x="762001" y="761999"/>
            <a:ext cx="7619999" cy="5334001"/>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A961CC7-F5B1-464A-8127-60645FB21081}"/>
              </a:ext>
            </a:extLst>
          </p:cNvPr>
          <p:cNvSpPr>
            <a:spLocks noGrp="1"/>
          </p:cNvSpPr>
          <p:nvPr>
            <p:ph type="dt" sz="half" idx="10"/>
          </p:nvPr>
        </p:nvSpPr>
        <p:spPr/>
        <p:txBody>
          <a:bodyPr/>
          <a:lstStyle/>
          <a:p>
            <a:fld id="{76969C88-B244-455D-A017-012B25B1ACDD}" type="datetimeFigureOut">
              <a:rPr lang="en-US" smtClean="0"/>
              <a:t>6/28/2026</a:t>
            </a:fld>
            <a:endParaRPr lang="en-US"/>
          </a:p>
        </p:txBody>
      </p:sp>
      <p:sp>
        <p:nvSpPr>
          <p:cNvPr id="5" name="Footer Placeholder 4">
            <a:extLst>
              <a:ext uri="{FF2B5EF4-FFF2-40B4-BE49-F238E27FC236}">
                <a16:creationId xmlns:a16="http://schemas.microsoft.com/office/drawing/2014/main" id="{53B94302-B381-4F37-A9FF-5CC5519175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707151-541F-4104-B989-83A9DCA6E616}"/>
              </a:ext>
            </a:extLst>
          </p:cNvPr>
          <p:cNvSpPr>
            <a:spLocks noGrp="1"/>
          </p:cNvSpPr>
          <p:nvPr>
            <p:ph type="sldNum" sz="quarter" idx="12"/>
          </p:nvPr>
        </p:nvSpPr>
        <p:spPr/>
        <p:txBody>
          <a:bodyPr/>
          <a:lstStyle/>
          <a:p>
            <a:fld id="{07CE569E-9B7C-4CB9-AB80-C0841F922CFF}" type="slidenum">
              <a:rPr lang="en-US" smtClean="0"/>
              <a:t>‹Nº›</a:t>
            </a:fld>
            <a:endParaRPr lang="en-US"/>
          </a:p>
        </p:txBody>
      </p:sp>
    </p:spTree>
    <p:extLst>
      <p:ext uri="{BB962C8B-B14F-4D97-AF65-F5344CB8AC3E}">
        <p14:creationId xmlns:p14="http://schemas.microsoft.com/office/powerpoint/2010/main" val="38443879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A6EF5A53-0A64-4CA5-B9C7-1CB97CB5CF1C}"/>
              </a:ext>
            </a:extLst>
          </p:cNvPr>
          <p:cNvSpPr/>
          <p:nvPr/>
        </p:nvSpPr>
        <p:spPr>
          <a:xfrm>
            <a:off x="8157843" y="6244836"/>
            <a:ext cx="4034156" cy="613164"/>
          </a:xfrm>
          <a:custGeom>
            <a:avLst/>
            <a:gdLst>
              <a:gd name="connsiteX0" fmla="*/ 1479137 w 4034156"/>
              <a:gd name="connsiteY0" fmla="*/ 230 h 613164"/>
              <a:gd name="connsiteX1" fmla="*/ 3482844 w 4034156"/>
              <a:gd name="connsiteY1" fmla="*/ 298555 h 613164"/>
              <a:gd name="connsiteX2" fmla="*/ 3831590 w 4034156"/>
              <a:gd name="connsiteY2" fmla="*/ 425010 h 613164"/>
              <a:gd name="connsiteX3" fmla="*/ 4034156 w 4034156"/>
              <a:gd name="connsiteY3" fmla="*/ 494088 h 613164"/>
              <a:gd name="connsiteX4" fmla="*/ 4034156 w 4034156"/>
              <a:gd name="connsiteY4" fmla="*/ 613164 h 613164"/>
              <a:gd name="connsiteX5" fmla="*/ 0 w 4034156"/>
              <a:gd name="connsiteY5" fmla="*/ 613164 h 613164"/>
              <a:gd name="connsiteX6" fmla="*/ 54792 w 4034156"/>
              <a:gd name="connsiteY6" fmla="*/ 512415 h 613164"/>
              <a:gd name="connsiteX7" fmla="*/ 168327 w 4034156"/>
              <a:gd name="connsiteY7" fmla="*/ 366637 h 613164"/>
              <a:gd name="connsiteX8" fmla="*/ 1192562 w 4034156"/>
              <a:gd name="connsiteY8" fmla="*/ 1522 h 613164"/>
              <a:gd name="connsiteX9" fmla="*/ 1479137 w 4034156"/>
              <a:gd name="connsiteY9" fmla="*/ 230 h 6131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034156" h="613164">
                <a:moveTo>
                  <a:pt x="1479137" y="230"/>
                </a:moveTo>
                <a:cubicBezTo>
                  <a:pt x="2152575" y="4287"/>
                  <a:pt x="2854487" y="63583"/>
                  <a:pt x="3482844" y="298555"/>
                </a:cubicBezTo>
                <a:cubicBezTo>
                  <a:pt x="3599338" y="342114"/>
                  <a:pt x="3715540" y="384216"/>
                  <a:pt x="3831590" y="425010"/>
                </a:cubicBezTo>
                <a:lnTo>
                  <a:pt x="4034156" y="494088"/>
                </a:lnTo>
                <a:lnTo>
                  <a:pt x="4034156" y="613164"/>
                </a:lnTo>
                <a:lnTo>
                  <a:pt x="0" y="613164"/>
                </a:lnTo>
                <a:lnTo>
                  <a:pt x="54792" y="512415"/>
                </a:lnTo>
                <a:cubicBezTo>
                  <a:pt x="88888" y="459433"/>
                  <a:pt x="126502" y="410480"/>
                  <a:pt x="168327" y="366637"/>
                </a:cubicBezTo>
                <a:cubicBezTo>
                  <a:pt x="428292" y="94062"/>
                  <a:pt x="821899" y="6565"/>
                  <a:pt x="1192562" y="1522"/>
                </a:cubicBezTo>
                <a:cubicBezTo>
                  <a:pt x="1287308" y="198"/>
                  <a:pt x="1382932" y="-349"/>
                  <a:pt x="1479137" y="230"/>
                </a:cubicBezTo>
                <a:close/>
              </a:path>
            </a:pathLst>
          </a:cu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a:ln>
                <a:noFill/>
              </a:ln>
              <a:solidFill>
                <a:prstClr val="white"/>
              </a:solidFill>
              <a:effectLst/>
              <a:uLnTx/>
              <a:uFillTx/>
              <a:latin typeface="Avenir Next LT Pro" panose="020B0504020202020204" pitchFamily="34" charset="0"/>
              <a:ea typeface="+mn-ea"/>
              <a:cs typeface="+mn-cs"/>
            </a:endParaRPr>
          </a:p>
        </p:txBody>
      </p:sp>
      <p:sp>
        <p:nvSpPr>
          <p:cNvPr id="11" name="Freeform: Shape 10">
            <a:extLst>
              <a:ext uri="{FF2B5EF4-FFF2-40B4-BE49-F238E27FC236}">
                <a16:creationId xmlns:a16="http://schemas.microsoft.com/office/drawing/2014/main" id="{34ABFBEA-4EB0-4D02-A2C0-1733CD3D6F12}"/>
              </a:ext>
            </a:extLst>
          </p:cNvPr>
          <p:cNvSpPr/>
          <p:nvPr/>
        </p:nvSpPr>
        <p:spPr>
          <a:xfrm>
            <a:off x="1" y="688126"/>
            <a:ext cx="448491" cy="1634252"/>
          </a:xfrm>
          <a:custGeom>
            <a:avLst/>
            <a:gdLst>
              <a:gd name="connsiteX0" fmla="*/ 0 w 448491"/>
              <a:gd name="connsiteY0" fmla="*/ 0 h 1634252"/>
              <a:gd name="connsiteX1" fmla="*/ 12983 w 448491"/>
              <a:gd name="connsiteY1" fmla="*/ 10508 h 1634252"/>
              <a:gd name="connsiteX2" fmla="*/ 441611 w 448491"/>
              <a:gd name="connsiteY2" fmla="*/ 863751 h 1634252"/>
              <a:gd name="connsiteX3" fmla="*/ 251011 w 448491"/>
              <a:gd name="connsiteY3" fmla="*/ 1302895 h 1634252"/>
              <a:gd name="connsiteX4" fmla="*/ 74605 w 448491"/>
              <a:gd name="connsiteY4" fmla="*/ 1543249 h 1634252"/>
              <a:gd name="connsiteX5" fmla="*/ 0 w 448491"/>
              <a:gd name="connsiteY5" fmla="*/ 1634252 h 163425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48491" h="1634252">
                <a:moveTo>
                  <a:pt x="0" y="0"/>
                </a:moveTo>
                <a:lnTo>
                  <a:pt x="12983" y="10508"/>
                </a:lnTo>
                <a:cubicBezTo>
                  <a:pt x="278410" y="241022"/>
                  <a:pt x="489787" y="530267"/>
                  <a:pt x="441611" y="863751"/>
                </a:cubicBezTo>
                <a:cubicBezTo>
                  <a:pt x="418542" y="1022632"/>
                  <a:pt x="337007" y="1166302"/>
                  <a:pt x="251011" y="1302895"/>
                </a:cubicBezTo>
                <a:cubicBezTo>
                  <a:pt x="215138" y="1359902"/>
                  <a:pt x="154723" y="1442480"/>
                  <a:pt x="74605" y="1543249"/>
                </a:cubicBezTo>
                <a:lnTo>
                  <a:pt x="0" y="1634252"/>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900">
              <a:solidFill>
                <a:prstClr val="white"/>
              </a:solidFill>
              <a:latin typeface="Avenir Next LT Pro" panose="020B0504020202020204" pitchFamily="34" charset="0"/>
            </a:endParaRPr>
          </a:p>
        </p:txBody>
      </p:sp>
      <p:sp>
        <p:nvSpPr>
          <p:cNvPr id="12" name="Freeform: Shape 11">
            <a:extLst>
              <a:ext uri="{FF2B5EF4-FFF2-40B4-BE49-F238E27FC236}">
                <a16:creationId xmlns:a16="http://schemas.microsoft.com/office/drawing/2014/main" id="{19E083F6-57F4-487B-A766-EA0462B1EED8}"/>
              </a:ext>
            </a:extLst>
          </p:cNvPr>
          <p:cNvSpPr/>
          <p:nvPr/>
        </p:nvSpPr>
        <p:spPr>
          <a:xfrm>
            <a:off x="7309459" y="6144069"/>
            <a:ext cx="4418271" cy="718159"/>
          </a:xfrm>
          <a:custGeom>
            <a:avLst/>
            <a:gdLst>
              <a:gd name="connsiteX0" fmla="*/ 1421452 w 4590626"/>
              <a:gd name="connsiteY0" fmla="*/ 0 h 713930"/>
              <a:gd name="connsiteX1" fmla="*/ 3247781 w 4590626"/>
              <a:gd name="connsiteY1" fmla="*/ 271915 h 713930"/>
              <a:gd name="connsiteX2" fmla="*/ 4517331 w 4590626"/>
              <a:gd name="connsiteY2" fmla="*/ 693394 h 713930"/>
              <a:gd name="connsiteX3" fmla="*/ 4590626 w 4590626"/>
              <a:gd name="connsiteY3" fmla="*/ 713930 h 713930"/>
              <a:gd name="connsiteX4" fmla="*/ 0 w 4590626"/>
              <a:gd name="connsiteY4" fmla="*/ 713930 h 713930"/>
              <a:gd name="connsiteX5" fmla="*/ 2854 w 4590626"/>
              <a:gd name="connsiteY5" fmla="*/ 705624 h 713930"/>
              <a:gd name="connsiteX6" fmla="*/ 226680 w 4590626"/>
              <a:gd name="connsiteY6" fmla="*/ 333970 h 713930"/>
              <a:gd name="connsiteX7" fmla="*/ 1160245 w 4590626"/>
              <a:gd name="connsiteY7" fmla="*/ 1178 h 713930"/>
              <a:gd name="connsiteX8" fmla="*/ 1421452 w 4590626"/>
              <a:gd name="connsiteY8" fmla="*/ 0 h 713930"/>
              <a:gd name="connsiteX0" fmla="*/ 1421452 w 4517331"/>
              <a:gd name="connsiteY0" fmla="*/ 0 h 713930"/>
              <a:gd name="connsiteX1" fmla="*/ 3247781 w 4517331"/>
              <a:gd name="connsiteY1" fmla="*/ 271915 h 713930"/>
              <a:gd name="connsiteX2" fmla="*/ 4517331 w 4517331"/>
              <a:gd name="connsiteY2" fmla="*/ 693394 h 713930"/>
              <a:gd name="connsiteX3" fmla="*/ 0 w 4517331"/>
              <a:gd name="connsiteY3" fmla="*/ 713930 h 713930"/>
              <a:gd name="connsiteX4" fmla="*/ 2854 w 4517331"/>
              <a:gd name="connsiteY4" fmla="*/ 705624 h 713930"/>
              <a:gd name="connsiteX5" fmla="*/ 226680 w 4517331"/>
              <a:gd name="connsiteY5" fmla="*/ 333970 h 713930"/>
              <a:gd name="connsiteX6" fmla="*/ 1160245 w 4517331"/>
              <a:gd name="connsiteY6" fmla="*/ 1178 h 713930"/>
              <a:gd name="connsiteX7" fmla="*/ 1421452 w 4517331"/>
              <a:gd name="connsiteY7" fmla="*/ 0 h 713930"/>
              <a:gd name="connsiteX0" fmla="*/ 0 w 4608771"/>
              <a:gd name="connsiteY0" fmla="*/ 713930 h 784834"/>
              <a:gd name="connsiteX1" fmla="*/ 2854 w 4608771"/>
              <a:gd name="connsiteY1" fmla="*/ 705624 h 784834"/>
              <a:gd name="connsiteX2" fmla="*/ 226680 w 4608771"/>
              <a:gd name="connsiteY2" fmla="*/ 333970 h 784834"/>
              <a:gd name="connsiteX3" fmla="*/ 1160245 w 4608771"/>
              <a:gd name="connsiteY3" fmla="*/ 1178 h 784834"/>
              <a:gd name="connsiteX4" fmla="*/ 1421452 w 4608771"/>
              <a:gd name="connsiteY4" fmla="*/ 0 h 784834"/>
              <a:gd name="connsiteX5" fmla="*/ 3247781 w 4608771"/>
              <a:gd name="connsiteY5" fmla="*/ 271915 h 784834"/>
              <a:gd name="connsiteX6" fmla="*/ 4608771 w 4608771"/>
              <a:gd name="connsiteY6" fmla="*/ 784834 h 784834"/>
              <a:gd name="connsiteX0" fmla="*/ 0 w 4418271"/>
              <a:gd name="connsiteY0" fmla="*/ 713930 h 718159"/>
              <a:gd name="connsiteX1" fmla="*/ 2854 w 4418271"/>
              <a:gd name="connsiteY1" fmla="*/ 705624 h 718159"/>
              <a:gd name="connsiteX2" fmla="*/ 226680 w 4418271"/>
              <a:gd name="connsiteY2" fmla="*/ 333970 h 718159"/>
              <a:gd name="connsiteX3" fmla="*/ 1160245 w 4418271"/>
              <a:gd name="connsiteY3" fmla="*/ 1178 h 718159"/>
              <a:gd name="connsiteX4" fmla="*/ 1421452 w 4418271"/>
              <a:gd name="connsiteY4" fmla="*/ 0 h 718159"/>
              <a:gd name="connsiteX5" fmla="*/ 3247781 w 4418271"/>
              <a:gd name="connsiteY5" fmla="*/ 271915 h 718159"/>
              <a:gd name="connsiteX6" fmla="*/ 4418271 w 4418271"/>
              <a:gd name="connsiteY6" fmla="*/ 718159 h 718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18271" h="718159">
                <a:moveTo>
                  <a:pt x="0" y="713930"/>
                </a:moveTo>
                <a:lnTo>
                  <a:pt x="2854" y="705624"/>
                </a:lnTo>
                <a:cubicBezTo>
                  <a:pt x="60059" y="562888"/>
                  <a:pt x="131373" y="433874"/>
                  <a:pt x="226680" y="333970"/>
                </a:cubicBezTo>
                <a:cubicBezTo>
                  <a:pt x="463632" y="85526"/>
                  <a:pt x="822395" y="5774"/>
                  <a:pt x="1160245" y="1178"/>
                </a:cubicBezTo>
                <a:lnTo>
                  <a:pt x="1421452" y="0"/>
                </a:lnTo>
                <a:cubicBezTo>
                  <a:pt x="2035274" y="3698"/>
                  <a:pt x="2748311" y="152222"/>
                  <a:pt x="3247781" y="271915"/>
                </a:cubicBezTo>
                <a:cubicBezTo>
                  <a:pt x="3747251" y="391608"/>
                  <a:pt x="3902480" y="501606"/>
                  <a:pt x="4418271" y="718159"/>
                </a:cubicBezTo>
              </a:path>
            </a:pathLst>
          </a:custGeom>
          <a:noFill/>
          <a:ln>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 name="Title Placeholder 1">
            <a:extLst>
              <a:ext uri="{FF2B5EF4-FFF2-40B4-BE49-F238E27FC236}">
                <a16:creationId xmlns:a16="http://schemas.microsoft.com/office/drawing/2014/main" id="{A3A2F988-7148-4375-83D8-12EE5EBC7BE0}"/>
              </a:ext>
            </a:extLst>
          </p:cNvPr>
          <p:cNvSpPr>
            <a:spLocks noGrp="1"/>
          </p:cNvSpPr>
          <p:nvPr>
            <p:ph type="title"/>
          </p:nvPr>
        </p:nvSpPr>
        <p:spPr>
          <a:xfrm>
            <a:off x="762000" y="762000"/>
            <a:ext cx="10668000" cy="1524000"/>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F6896238-C5B3-4F3C-97FA-890E1A51A203}"/>
              </a:ext>
            </a:extLst>
          </p:cNvPr>
          <p:cNvSpPr>
            <a:spLocks noGrp="1"/>
          </p:cNvSpPr>
          <p:nvPr>
            <p:ph type="body" idx="1"/>
          </p:nvPr>
        </p:nvSpPr>
        <p:spPr>
          <a:xfrm>
            <a:off x="762000" y="2286000"/>
            <a:ext cx="10668000" cy="38180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1D6E4474-0442-4E4B-9E5B-CA7B3951C1DA}"/>
              </a:ext>
            </a:extLst>
          </p:cNvPr>
          <p:cNvSpPr>
            <a:spLocks noGrp="1"/>
          </p:cNvSpPr>
          <p:nvPr>
            <p:ph type="dt" sz="half" idx="2"/>
          </p:nvPr>
        </p:nvSpPr>
        <p:spPr>
          <a:xfrm>
            <a:off x="9389165" y="194320"/>
            <a:ext cx="2040835" cy="365125"/>
          </a:xfrm>
          <a:prstGeom prst="rect">
            <a:avLst/>
          </a:prstGeom>
        </p:spPr>
        <p:txBody>
          <a:bodyPr vert="horz" lIns="91440" tIns="45720" rIns="91440" bIns="45720" rtlCol="0" anchor="ctr"/>
          <a:lstStyle>
            <a:lvl1pPr algn="r">
              <a:defRPr sz="1200">
                <a:solidFill>
                  <a:schemeClr val="tx1">
                    <a:tint val="75000"/>
                    <a:alpha val="70000"/>
                  </a:schemeClr>
                </a:solidFill>
              </a:defRPr>
            </a:lvl1pPr>
          </a:lstStyle>
          <a:p>
            <a:fld id="{76969C88-B244-455D-A017-012B25B1ACDD}" type="datetimeFigureOut">
              <a:rPr lang="en-US" smtClean="0"/>
              <a:pPr/>
              <a:t>6/28/2026</a:t>
            </a:fld>
            <a:endParaRPr lang="en-US"/>
          </a:p>
        </p:txBody>
      </p:sp>
      <p:sp>
        <p:nvSpPr>
          <p:cNvPr id="5" name="Footer Placeholder 4">
            <a:extLst>
              <a:ext uri="{FF2B5EF4-FFF2-40B4-BE49-F238E27FC236}">
                <a16:creationId xmlns:a16="http://schemas.microsoft.com/office/drawing/2014/main" id="{E0626A98-F887-40E1-B9BA-9D93DE90E022}"/>
              </a:ext>
            </a:extLst>
          </p:cNvPr>
          <p:cNvSpPr>
            <a:spLocks noGrp="1"/>
          </p:cNvSpPr>
          <p:nvPr>
            <p:ph type="ftr" sz="quarter" idx="3"/>
          </p:nvPr>
        </p:nvSpPr>
        <p:spPr>
          <a:xfrm>
            <a:off x="761999" y="6356350"/>
            <a:ext cx="6612835" cy="365125"/>
          </a:xfrm>
          <a:prstGeom prst="rect">
            <a:avLst/>
          </a:prstGeom>
        </p:spPr>
        <p:txBody>
          <a:bodyPr vert="horz" lIns="91440" tIns="45720" rIns="91440" bIns="45720" rtlCol="0" anchor="ctr"/>
          <a:lstStyle>
            <a:lvl1pPr algn="l">
              <a:defRPr sz="1200">
                <a:solidFill>
                  <a:schemeClr val="tx1">
                    <a:tint val="75000"/>
                    <a:alpha val="70000"/>
                  </a:schemeClr>
                </a:solidFill>
              </a:defRPr>
            </a:lvl1pPr>
          </a:lstStyle>
          <a:p>
            <a:endParaRPr lang="en-US" dirty="0"/>
          </a:p>
        </p:txBody>
      </p:sp>
      <p:sp>
        <p:nvSpPr>
          <p:cNvPr id="6" name="Slide Number Placeholder 5">
            <a:extLst>
              <a:ext uri="{FF2B5EF4-FFF2-40B4-BE49-F238E27FC236}">
                <a16:creationId xmlns:a16="http://schemas.microsoft.com/office/drawing/2014/main" id="{482C8119-73F6-4713-9AD3-3628DCDFB8F2}"/>
              </a:ext>
            </a:extLst>
          </p:cNvPr>
          <p:cNvSpPr>
            <a:spLocks noGrp="1"/>
          </p:cNvSpPr>
          <p:nvPr>
            <p:ph type="sldNum" sz="quarter" idx="4"/>
          </p:nvPr>
        </p:nvSpPr>
        <p:spPr>
          <a:xfrm>
            <a:off x="9906000" y="6356350"/>
            <a:ext cx="1524000" cy="365125"/>
          </a:xfrm>
          <a:prstGeom prst="rect">
            <a:avLst/>
          </a:prstGeom>
        </p:spPr>
        <p:txBody>
          <a:bodyPr vert="horz" lIns="91440" tIns="45720" rIns="91440" bIns="45720" rtlCol="0" anchor="ctr"/>
          <a:lstStyle>
            <a:lvl1pPr algn="r">
              <a:defRPr sz="1200">
                <a:solidFill>
                  <a:schemeClr val="tx1">
                    <a:tint val="75000"/>
                    <a:alpha val="70000"/>
                  </a:schemeClr>
                </a:solidFill>
              </a:defRPr>
            </a:lvl1pPr>
          </a:lstStyle>
          <a:p>
            <a:fld id="{07CE569E-9B7C-4CB9-AB80-C0841F922CFF}" type="slidenum">
              <a:rPr lang="en-US" smtClean="0"/>
              <a:pPr/>
              <a:t>‹Nº›</a:t>
            </a:fld>
            <a:endParaRPr lang="en-US"/>
          </a:p>
        </p:txBody>
      </p:sp>
    </p:spTree>
    <p:extLst>
      <p:ext uri="{BB962C8B-B14F-4D97-AF65-F5344CB8AC3E}">
        <p14:creationId xmlns:p14="http://schemas.microsoft.com/office/powerpoint/2010/main" val="2937914201"/>
      </p:ext>
    </p:extLst>
  </p:cSld>
  <p:clrMap bg1="dk1" tx1="lt1" bg2="dk2" tx2="lt2" accent1="accent1" accent2="accent2" accent3="accent3" accent4="accent4" accent5="accent5" accent6="accent6" hlink="hlink" folHlink="folHlink"/>
  <p:sldLayoutIdLst>
    <p:sldLayoutId id="2147483746" r:id="rId1"/>
    <p:sldLayoutId id="2147483747" r:id="rId2"/>
    <p:sldLayoutId id="2147483748" r:id="rId3"/>
    <p:sldLayoutId id="2147483749" r:id="rId4"/>
    <p:sldLayoutId id="2147483750" r:id="rId5"/>
    <p:sldLayoutId id="2147483744" r:id="rId6"/>
    <p:sldLayoutId id="2147483740" r:id="rId7"/>
    <p:sldLayoutId id="2147483741" r:id="rId8"/>
    <p:sldLayoutId id="2147483742" r:id="rId9"/>
    <p:sldLayoutId id="2147483743" r:id="rId10"/>
    <p:sldLayoutId id="2147483745"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2800" kern="1200">
          <a:solidFill>
            <a:schemeClr val="tx1">
              <a:alpha val="70000"/>
            </a:schemeClr>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2400" kern="1200">
          <a:solidFill>
            <a:schemeClr val="tx1">
              <a:alpha val="70000"/>
            </a:schemeClr>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2000" kern="1200">
          <a:solidFill>
            <a:schemeClr val="tx1">
              <a:alpha val="70000"/>
            </a:schemeClr>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800" kern="1200">
          <a:solidFill>
            <a:schemeClr val="tx1">
              <a:alpha val="70000"/>
            </a:schemeClr>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800" kern="1200">
          <a:solidFill>
            <a:schemeClr val="tx1">
              <a:alpha val="70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7A18C9FB-EC4C-4DAE-8F7D-C6E5AF6079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dirty="0"/>
          </a:p>
        </p:txBody>
      </p:sp>
      <p:pic>
        <p:nvPicPr>
          <p:cNvPr id="5" name="Imagen 4">
            <a:extLst>
              <a:ext uri="{FF2B5EF4-FFF2-40B4-BE49-F238E27FC236}">
                <a16:creationId xmlns:a16="http://schemas.microsoft.com/office/drawing/2014/main" id="{0718A46E-8B96-314A-F61B-C63439FC8B55}"/>
              </a:ext>
            </a:extLst>
          </p:cNvPr>
          <p:cNvPicPr>
            <a:picLocks noChangeAspect="1"/>
          </p:cNvPicPr>
          <p:nvPr/>
        </p:nvPicPr>
        <p:blipFill>
          <a:blip r:embed="rId2">
            <a:extLst>
              <a:ext uri="{28A0092B-C50C-407E-A947-70E740481C1C}">
                <a14:useLocalDpi xmlns:a14="http://schemas.microsoft.com/office/drawing/2010/main" val="0"/>
              </a:ext>
            </a:extLst>
          </a:blip>
          <a:srcRect l="31621" r="36218"/>
          <a:stretch>
            <a:fillRect/>
          </a:stretch>
        </p:blipFill>
        <p:spPr>
          <a:xfrm>
            <a:off x="5264728" y="2"/>
            <a:ext cx="6927272" cy="5330949"/>
          </a:xfrm>
          <a:custGeom>
            <a:avLst/>
            <a:gdLst/>
            <a:ahLst/>
            <a:cxnLst/>
            <a:rect l="l" t="t" r="r" b="b"/>
            <a:pathLst>
              <a:path w="6927272" h="5330949">
                <a:moveTo>
                  <a:pt x="0" y="0"/>
                </a:moveTo>
                <a:lnTo>
                  <a:pt x="6927272" y="0"/>
                </a:lnTo>
                <a:lnTo>
                  <a:pt x="6927272" y="3912793"/>
                </a:lnTo>
                <a:lnTo>
                  <a:pt x="6884989" y="4002742"/>
                </a:lnTo>
                <a:cubicBezTo>
                  <a:pt x="6799406" y="4174873"/>
                  <a:pt x="6702812" y="4339578"/>
                  <a:pt x="6592028" y="4494163"/>
                </a:cubicBezTo>
                <a:cubicBezTo>
                  <a:pt x="5802121" y="5596640"/>
                  <a:pt x="4821632" y="5380883"/>
                  <a:pt x="3742808" y="5122218"/>
                </a:cubicBezTo>
                <a:cubicBezTo>
                  <a:pt x="2131653" y="4735722"/>
                  <a:pt x="759367" y="4191689"/>
                  <a:pt x="326623" y="2148182"/>
                </a:cubicBezTo>
                <a:cubicBezTo>
                  <a:pt x="186907" y="1488770"/>
                  <a:pt x="67840" y="834043"/>
                  <a:pt x="13721" y="201231"/>
                </a:cubicBezTo>
                <a:close/>
              </a:path>
            </a:pathLst>
          </a:custGeom>
        </p:spPr>
      </p:pic>
      <p:sp>
        <p:nvSpPr>
          <p:cNvPr id="12" name="Freeform: Shape 11">
            <a:extLst>
              <a:ext uri="{FF2B5EF4-FFF2-40B4-BE49-F238E27FC236}">
                <a16:creationId xmlns:a16="http://schemas.microsoft.com/office/drawing/2014/main" id="{A9896C11-F8DF-437A-B349-8AFD602DC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791199" y="-1219198"/>
            <a:ext cx="5181601" cy="7620000"/>
          </a:xfrm>
          <a:custGeom>
            <a:avLst/>
            <a:gdLst>
              <a:gd name="connsiteX0" fmla="*/ 0 w 4033589"/>
              <a:gd name="connsiteY0" fmla="*/ 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8" fmla="*/ 0 w 4033589"/>
              <a:gd name="connsiteY8" fmla="*/ 0 h 6858000"/>
              <a:gd name="connsiteX0" fmla="*/ 0 w 4033589"/>
              <a:gd name="connsiteY0" fmla="*/ 6858000 h 6858000"/>
              <a:gd name="connsiteX1" fmla="*/ 1878934 w 4033589"/>
              <a:gd name="connsiteY1" fmla="*/ 0 h 6858000"/>
              <a:gd name="connsiteX2" fmla="*/ 1882313 w 4033589"/>
              <a:gd name="connsiteY2" fmla="*/ 2021 h 6858000"/>
              <a:gd name="connsiteX3" fmla="*/ 3475371 w 4033589"/>
              <a:gd name="connsiteY3" fmla="*/ 1517967 h 6858000"/>
              <a:gd name="connsiteX4" fmla="*/ 3975977 w 4033589"/>
              <a:gd name="connsiteY4" fmla="*/ 4379386 h 6858000"/>
              <a:gd name="connsiteX5" fmla="*/ 3312864 w 4033589"/>
              <a:gd name="connsiteY5" fmla="*/ 6852362 h 6858000"/>
              <a:gd name="connsiteX6" fmla="*/ 3310593 w 4033589"/>
              <a:gd name="connsiteY6" fmla="*/ 6858000 h 6858000"/>
              <a:gd name="connsiteX7" fmla="*/ 0 w 4033589"/>
              <a:gd name="connsiteY7" fmla="*/ 6858000 h 685800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1787494 w 3942149"/>
              <a:gd name="connsiteY0" fmla="*/ 0 h 6949440"/>
              <a:gd name="connsiteX1" fmla="*/ 1790873 w 3942149"/>
              <a:gd name="connsiteY1" fmla="*/ 2021 h 6949440"/>
              <a:gd name="connsiteX2" fmla="*/ 3383931 w 3942149"/>
              <a:gd name="connsiteY2" fmla="*/ 1517967 h 6949440"/>
              <a:gd name="connsiteX3" fmla="*/ 3884537 w 3942149"/>
              <a:gd name="connsiteY3" fmla="*/ 4379386 h 6949440"/>
              <a:gd name="connsiteX4" fmla="*/ 3221424 w 3942149"/>
              <a:gd name="connsiteY4" fmla="*/ 6852362 h 6949440"/>
              <a:gd name="connsiteX5" fmla="*/ 3219153 w 3942149"/>
              <a:gd name="connsiteY5" fmla="*/ 6858000 h 6949440"/>
              <a:gd name="connsiteX6" fmla="*/ 0 w 3942149"/>
              <a:gd name="connsiteY6" fmla="*/ 6949440 h 6949440"/>
              <a:gd name="connsiteX0" fmla="*/ 0 w 2154655"/>
              <a:gd name="connsiteY0" fmla="*/ 0 h 6858000"/>
              <a:gd name="connsiteX1" fmla="*/ 3379 w 2154655"/>
              <a:gd name="connsiteY1" fmla="*/ 2021 h 6858000"/>
              <a:gd name="connsiteX2" fmla="*/ 1596437 w 2154655"/>
              <a:gd name="connsiteY2" fmla="*/ 1517967 h 6858000"/>
              <a:gd name="connsiteX3" fmla="*/ 2097043 w 2154655"/>
              <a:gd name="connsiteY3" fmla="*/ 4379386 h 6858000"/>
              <a:gd name="connsiteX4" fmla="*/ 1433930 w 2154655"/>
              <a:gd name="connsiteY4" fmla="*/ 6852362 h 6858000"/>
              <a:gd name="connsiteX5" fmla="*/ 1431659 w 2154655"/>
              <a:gd name="connsiteY5"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154655" h="6858000">
                <a:moveTo>
                  <a:pt x="0" y="0"/>
                </a:moveTo>
                <a:lnTo>
                  <a:pt x="3379" y="2021"/>
                </a:lnTo>
                <a:cubicBezTo>
                  <a:pt x="667061" y="423753"/>
                  <a:pt x="1239365" y="963389"/>
                  <a:pt x="1596437" y="1517967"/>
                </a:cubicBezTo>
                <a:cubicBezTo>
                  <a:pt x="2133142" y="2350886"/>
                  <a:pt x="2239839" y="3395752"/>
                  <a:pt x="2097043" y="4379386"/>
                </a:cubicBezTo>
                <a:cubicBezTo>
                  <a:pt x="2032295" y="4824358"/>
                  <a:pt x="1812506" y="5869368"/>
                  <a:pt x="1433930" y="6852362"/>
                </a:cubicBezTo>
                <a:lnTo>
                  <a:pt x="1431659" y="6858000"/>
                </a:lnTo>
              </a:path>
            </a:pathLst>
          </a:custGeom>
          <a:noFill/>
          <a:ln w="19050">
            <a:solidFill>
              <a:schemeClr val="accent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Avenir Next LT Pro Light"/>
              <a:ea typeface="+mn-ea"/>
              <a:cs typeface="+mn-cs"/>
            </a:endParaRPr>
          </a:p>
        </p:txBody>
      </p:sp>
      <p:sp>
        <p:nvSpPr>
          <p:cNvPr id="2" name="Título 1">
            <a:extLst>
              <a:ext uri="{FF2B5EF4-FFF2-40B4-BE49-F238E27FC236}">
                <a16:creationId xmlns:a16="http://schemas.microsoft.com/office/drawing/2014/main" id="{51453D63-E280-39DC-B822-1020F60E09C6}"/>
              </a:ext>
            </a:extLst>
          </p:cNvPr>
          <p:cNvSpPr>
            <a:spLocks noGrp="1"/>
          </p:cNvSpPr>
          <p:nvPr>
            <p:ph type="ctrTitle"/>
          </p:nvPr>
        </p:nvSpPr>
        <p:spPr>
          <a:xfrm>
            <a:off x="564909" y="140107"/>
            <a:ext cx="4572000" cy="2286000"/>
          </a:xfrm>
        </p:spPr>
        <p:txBody>
          <a:bodyPr>
            <a:normAutofit/>
          </a:bodyPr>
          <a:lstStyle/>
          <a:p>
            <a:pPr algn="l"/>
            <a:r>
              <a:rPr lang="es-CR" sz="4400" dirty="0"/>
              <a:t>Queque girasol</a:t>
            </a:r>
          </a:p>
        </p:txBody>
      </p:sp>
      <p:sp>
        <p:nvSpPr>
          <p:cNvPr id="3" name="Subtítulo 2">
            <a:extLst>
              <a:ext uri="{FF2B5EF4-FFF2-40B4-BE49-F238E27FC236}">
                <a16:creationId xmlns:a16="http://schemas.microsoft.com/office/drawing/2014/main" id="{E622C49B-655B-6858-CC08-AC16360B29CC}"/>
              </a:ext>
            </a:extLst>
          </p:cNvPr>
          <p:cNvSpPr>
            <a:spLocks noGrp="1"/>
          </p:cNvSpPr>
          <p:nvPr>
            <p:ph type="subTitle" idx="1"/>
          </p:nvPr>
        </p:nvSpPr>
        <p:spPr>
          <a:xfrm>
            <a:off x="564909" y="3323303"/>
            <a:ext cx="4572000" cy="1524000"/>
          </a:xfrm>
        </p:spPr>
        <p:txBody>
          <a:bodyPr>
            <a:normAutofit/>
          </a:bodyPr>
          <a:lstStyle/>
          <a:p>
            <a:pPr algn="l"/>
            <a:r>
              <a:rPr lang="es-CR" dirty="0"/>
              <a:t>De: Jafeth </a:t>
            </a:r>
            <a:r>
              <a:rPr lang="es-CR" dirty="0" err="1"/>
              <a:t>espinoza</a:t>
            </a:r>
            <a:r>
              <a:rPr lang="es-CR" dirty="0"/>
              <a:t> villarreal</a:t>
            </a:r>
          </a:p>
        </p:txBody>
      </p:sp>
    </p:spTree>
    <p:extLst>
      <p:ext uri="{BB962C8B-B14F-4D97-AF65-F5344CB8AC3E}">
        <p14:creationId xmlns:p14="http://schemas.microsoft.com/office/powerpoint/2010/main" val="23366321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6464E7C-EC8E-3204-6EC4-9949780549CE}"/>
              </a:ext>
            </a:extLst>
          </p:cNvPr>
          <p:cNvSpPr>
            <a:spLocks noGrp="1"/>
          </p:cNvSpPr>
          <p:nvPr>
            <p:ph type="title"/>
          </p:nvPr>
        </p:nvSpPr>
        <p:spPr>
          <a:xfrm>
            <a:off x="762000" y="428264"/>
            <a:ext cx="10668000" cy="1101645"/>
          </a:xfrm>
        </p:spPr>
        <p:txBody>
          <a:bodyPr/>
          <a:lstStyle/>
          <a:p>
            <a:pPr algn="ctr"/>
            <a:r>
              <a:rPr lang="es-CR" dirty="0"/>
              <a:t>Problema de diseño y cliente</a:t>
            </a:r>
          </a:p>
        </p:txBody>
      </p:sp>
      <p:sp>
        <p:nvSpPr>
          <p:cNvPr id="3" name="Marcador de texto 2">
            <a:extLst>
              <a:ext uri="{FF2B5EF4-FFF2-40B4-BE49-F238E27FC236}">
                <a16:creationId xmlns:a16="http://schemas.microsoft.com/office/drawing/2014/main" id="{F116C81B-665B-B249-3AAF-7C8C8A7F0CD4}"/>
              </a:ext>
            </a:extLst>
          </p:cNvPr>
          <p:cNvSpPr>
            <a:spLocks noGrp="1"/>
          </p:cNvSpPr>
          <p:nvPr>
            <p:ph type="body" idx="1"/>
          </p:nvPr>
        </p:nvSpPr>
        <p:spPr>
          <a:xfrm>
            <a:off x="935620" y="2019883"/>
            <a:ext cx="10668000" cy="2864633"/>
          </a:xfrm>
        </p:spPr>
        <p:txBody>
          <a:bodyPr>
            <a:noAutofit/>
          </a:bodyPr>
          <a:lstStyle/>
          <a:p>
            <a:pPr algn="ctr"/>
            <a:r>
              <a:rPr lang="es-CR" dirty="0"/>
              <a:t>Mi cliente fue mi madre entonces surgió un pequeño problema porque no estaba entendiendo que tenia que hacer y decir pero la ayude a moldear la idea yo la guie un poco nada mas, surgieron problemas en el sentido que algunas cosas que pedía no las podía implementar por que no estamos haciendo de forma completamente libre entonces tuve que limitar un poco sus ideas </a:t>
            </a:r>
          </a:p>
        </p:txBody>
      </p:sp>
    </p:spTree>
    <p:extLst>
      <p:ext uri="{BB962C8B-B14F-4D97-AF65-F5344CB8AC3E}">
        <p14:creationId xmlns:p14="http://schemas.microsoft.com/office/powerpoint/2010/main" val="2532806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240BC64-1E9A-EC82-B227-8C5CEF3E5500}"/>
              </a:ext>
            </a:extLst>
          </p:cNvPr>
          <p:cNvSpPr>
            <a:spLocks noGrp="1"/>
          </p:cNvSpPr>
          <p:nvPr>
            <p:ph type="title"/>
          </p:nvPr>
        </p:nvSpPr>
        <p:spPr>
          <a:xfrm>
            <a:off x="634678" y="378970"/>
            <a:ext cx="10668000" cy="1889567"/>
          </a:xfrm>
        </p:spPr>
        <p:txBody>
          <a:bodyPr/>
          <a:lstStyle/>
          <a:p>
            <a:pPr algn="ctr"/>
            <a:r>
              <a:rPr lang="es-CR" dirty="0"/>
              <a:t>Público meta y necesidades identificadas</a:t>
            </a:r>
          </a:p>
        </p:txBody>
      </p:sp>
      <p:sp>
        <p:nvSpPr>
          <p:cNvPr id="3" name="Marcador de texto 2">
            <a:extLst>
              <a:ext uri="{FF2B5EF4-FFF2-40B4-BE49-F238E27FC236}">
                <a16:creationId xmlns:a16="http://schemas.microsoft.com/office/drawing/2014/main" id="{270B683E-E0EE-1177-268B-8DBFA5AB5DE0}"/>
              </a:ext>
            </a:extLst>
          </p:cNvPr>
          <p:cNvSpPr>
            <a:spLocks noGrp="1"/>
          </p:cNvSpPr>
          <p:nvPr>
            <p:ph type="body" idx="1"/>
          </p:nvPr>
        </p:nvSpPr>
        <p:spPr>
          <a:xfrm>
            <a:off x="762000" y="2830111"/>
            <a:ext cx="10668000" cy="1506537"/>
          </a:xfrm>
        </p:spPr>
        <p:txBody>
          <a:bodyPr/>
          <a:lstStyle/>
          <a:p>
            <a:r>
              <a:rPr lang="es-CR" dirty="0"/>
              <a:t>El publico al ser tan amplio se necesita hacer una pagina que </a:t>
            </a:r>
            <a:r>
              <a:rPr lang="es-CR"/>
              <a:t>tuviera una </a:t>
            </a:r>
            <a:r>
              <a:rPr lang="es-CR" dirty="0"/>
              <a:t>forma en que cualquier ser humano lo entienda y no tiene </a:t>
            </a:r>
          </a:p>
        </p:txBody>
      </p:sp>
    </p:spTree>
    <p:extLst>
      <p:ext uri="{BB962C8B-B14F-4D97-AF65-F5344CB8AC3E}">
        <p14:creationId xmlns:p14="http://schemas.microsoft.com/office/powerpoint/2010/main" val="669061276"/>
      </p:ext>
    </p:extLst>
  </p:cSld>
  <p:clrMapOvr>
    <a:masterClrMapping/>
  </p:clrMapOvr>
</p:sld>
</file>

<file path=ppt/theme/theme1.xml><?xml version="1.0" encoding="utf-8"?>
<a:theme xmlns:a="http://schemas.openxmlformats.org/drawingml/2006/main" name="PebbleVTI">
  <a:themeElements>
    <a:clrScheme name="Blush 3">
      <a:dk1>
        <a:sysClr val="windowText" lastClr="000000"/>
      </a:dk1>
      <a:lt1>
        <a:sysClr val="window" lastClr="FFFFFF"/>
      </a:lt1>
      <a:dk2>
        <a:srgbClr val="B15E4E"/>
      </a:dk2>
      <a:lt2>
        <a:srgbClr val="FFFFFF"/>
      </a:lt2>
      <a:accent1>
        <a:srgbClr val="C5B096"/>
      </a:accent1>
      <a:accent2>
        <a:srgbClr val="ECA855"/>
      </a:accent2>
      <a:accent3>
        <a:srgbClr val="9BBFB0"/>
      </a:accent3>
      <a:accent4>
        <a:srgbClr val="A9AEA7"/>
      </a:accent4>
      <a:accent5>
        <a:srgbClr val="6A787C"/>
      </a:accent5>
      <a:accent6>
        <a:srgbClr val="3B4345"/>
      </a:accent6>
      <a:hlink>
        <a:srgbClr val="ECA855"/>
      </a:hlink>
      <a:folHlink>
        <a:srgbClr val="6A392F"/>
      </a:folHlink>
    </a:clrScheme>
    <a:fontScheme name="Custom 4">
      <a:majorFont>
        <a:latin typeface="Sitka Subhead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ebbleVTI" id="{8B4DB91D-6BB4-4BA3-973A-733D3AF2680E}" vid="{9A19CF0D-2077-4BF4-BAA5-86934C336D59}"/>
    </a:ext>
  </a:extLst>
</a:theme>
</file>

<file path=docProps/app.xml><?xml version="1.0" encoding="utf-8"?>
<Properties xmlns="http://schemas.openxmlformats.org/officeDocument/2006/extended-properties" xmlns:vt="http://schemas.openxmlformats.org/officeDocument/2006/docPropsVTypes">
  <TotalTime>24</TotalTime>
  <Words>108</Words>
  <Application>Microsoft Office PowerPoint</Application>
  <PresentationFormat>Panorámica</PresentationFormat>
  <Paragraphs>6</Paragraphs>
  <Slides>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vt:i4>
      </vt:variant>
    </vt:vector>
  </HeadingPairs>
  <TitlesOfParts>
    <vt:vector size="8" baseType="lpstr">
      <vt:lpstr>Arial</vt:lpstr>
      <vt:lpstr>Avenir Next LT Pro</vt:lpstr>
      <vt:lpstr>Avenir Next LT Pro Light</vt:lpstr>
      <vt:lpstr>Sitka Subheading</vt:lpstr>
      <vt:lpstr>PebbleVTI</vt:lpstr>
      <vt:lpstr>Queque girasol</vt:lpstr>
      <vt:lpstr>Problema de diseño y cliente</vt:lpstr>
      <vt:lpstr>Público meta y necesidades identificadas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Jafeth Espinoza Villarreal</dc:creator>
  <cp:lastModifiedBy>Jafeth Espinoza Villarreal</cp:lastModifiedBy>
  <cp:revision>1</cp:revision>
  <dcterms:created xsi:type="dcterms:W3CDTF">2026-06-29T04:33:45Z</dcterms:created>
  <dcterms:modified xsi:type="dcterms:W3CDTF">2026-06-29T04:58:40Z</dcterms:modified>
</cp:coreProperties>
</file>